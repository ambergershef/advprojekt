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Ehhez a slide-hoz nem kell screenshot. Ha nagyon akartok, max. a kész oldal hero részének egy esztétikus kivágása mehet a jobb oldal egyik kártyája helyére.
[MIT MONDJATOK]
Itt röviden mondjátok el, hogy ez a prezentáció nem a téma elméletéről szól, hanem a projekt elkészítésének folyamatáról. Emeljétek ki, hogy nulla komoly kódolási háttérrel indultatok, és a Codex plusz más AI-eszközök végig konkrét szerepet kaptak a munkában.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Ehhez sem kötelező screenshot. Ha akartok valamit, mehet egy nagyon egyszerű kép a kezdeti skiccről, jegyzetlapról vagy a repo korai állapotáról.
[MIT MONDJATOK]
Itt mondjátok el, hogy az elején még nem az volt a kérdés, hogyan optimalizálunk egy kódbázist, hanem hogy egyáltalán hogyan lehet összerakni egy ilyen projektet. A nagy váltás az volt, hogy az AI miatt a technikai belépési küszöb sokkal alacsonyabb lett.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Ehhez a slide-hoz nagyon ajánlott egy Codex vagy más AI beszélgetés screenshotja. Olyan részlet legyen, ahol látszik a prompt és hogy kaptatok tényleges fejlesztési segítséget: például komponensírás, hibajavítás vagy refaktor.
[MIT MONDJATOK]
Itt ne általánosságban beszéljetek az AI-ról, hanem mondjátok ki, hogy konkrétan mire használtátok. Mondhatjátok például, hogy a Codex volt a pair programmer, aki segített felépíteni a struktúrát, de a végső döntések és ellenőrzések nálatok maradtak.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Ide a legjobb egy teljes oldal vagy hero screenshot. Olyat fotózzatok, amin a landing rész jól néz ki, és első ránézésre látszik a webes minőség. Ha csak egy képet tesztek az egész deckbe a site-ról, ez legyen az egyik.
[MIT MONDJATOK]
Itt azt mondjátok el, hogy először a történetet terveztétek meg, nem a kódot. Ez azért fontos, mert az adatvizualizációs projekt ereje attól jött, hogy tudtuk, milyen sorrendben akarjuk felépíteni a befogadói élményt.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Ha akartok ide screenshotot, akkor vagy a DATA_SOURCES.md-ből egy részletet, vagy a data mappa tartalmát fotózzátok le. Nem kötelező, mert a slide önmagában is működik.
[MIT MONDJATOK]
Itt azt hangsúlyozzátok, hogy a projekt nem csak kinézetre weboldal, hanem mögötte tényleges adatmunka van. Mondjátok el, hogy külön forrásokból dolgoztatok, és az AI abban is segített, hogy hogyan szervezzétek az adatokat használható struktúrába.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Erre a slide-ra nagyon jó a VS Code Explorer nézet vagy egy jellegzetes komponens screenshotja. Olyat válasszatok, amin látszik a projekt szerkezete, és hogy több fájl, több réteg, több responsibility van.
[MIT MONDJATOK]
Itt mondjátok el, hogy a projekt idővel kinőtte az egyszerű egyfájlos megközelítést. Ezen a ponton már külön komponensek, szekciók és dashboard logika voltak, és ebben a Codex sokat segített, de a végső elrendezést nektek kellett értelmesen összerakni.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Erre a slide-ra mindenképp csináljatok dashboard screenshotot. Olyan állapot legyen, ahol látszik legalább a filter panel, egy chart és a táblázat. Ha lehet, Románia és Magyarország legyen kiválasztva, mert akkor passzol a slide-on lévő összehasonlításhoz.
[MIT MONDJATOK]
Itt azt mondjátok el, hogy a cél nem csak az volt, hogy szépek legyenek a grafikonok, hanem hogy a felhasználó tudjon játszani az adatokkal. Ezért fontos a dashboard: az már valódi interaktivitás, nem csak egy statikus bemutatófelület.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Ehhez nem szükséges screenshot. Ha akartok mégis valamit, akkor mehet egy bugos állapot vagy egy félresikerült korai verzió screenshotja humorosan, de ez teljesen opcionális.
[MIT MONDJATOK]
Itt őszintén mondjátok el, hogy az AI nem varázspálca volt. Sokszor kellett újrakérni, javítani, törölni és újraírni dolgokat. Ettől viszont a projekt pont hitelesebb lesz, mert látszik, hogy tényleg dolgoztatok vele.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[SCREENSHOT]
Ide vagy közös csapatképet tegyetek, vagy a kész oldal legerősebb screenshotját. Ez a záró vizuál, itt érdemes a legszebb képet használni.
[MIT MONDJATOK]
A lezárásnál mondjátok ki, hogy a projekt számotokra nem csak egy beadandó lett, hanem egy bizonyíték arra, hogy AI-val gyorsan lehet webes projektet építeni. A hangsúly a folyamaton, a tanuláson és a működő eredményen legyen.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4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355B50"/>
          </a:solidFill>
          <a:ln w="12700">
            <a:solidFill>
              <a:srgbClr val="355B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E1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ADATVIZUALIZÁCIÓ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AI-val támogatott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8F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weboldal-készítési folyamat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fókusz itt nem az akadémiai háttér, hanem az, hogyan jutottunk el nulláról egy kész, adatvezérelt, interaktív weboldalig.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761488"/>
            <a:ext cx="2020824" cy="310896"/>
          </a:xfrm>
          <a:prstGeom prst="roundRect">
            <a:avLst>
              <a:gd name="adj" fmla="val 17647"/>
            </a:avLst>
          </a:prstGeom>
          <a:solidFill>
            <a:srgbClr val="31584D"/>
          </a:solidFill>
          <a:ln w="12700">
            <a:solidFill>
              <a:srgbClr val="3158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3464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mint pair programmer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2761488"/>
            <a:ext cx="1165860" cy="310896"/>
          </a:xfrm>
          <a:prstGeom prst="roundRect">
            <a:avLst>
              <a:gd name="adj" fmla="val 17647"/>
            </a:avLst>
          </a:prstGeom>
          <a:solidFill>
            <a:srgbClr val="31584D"/>
          </a:solidFill>
          <a:ln w="12700">
            <a:solidFill>
              <a:srgbClr val="315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2834640"/>
            <a:ext cx="9281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kódos indulás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2761488"/>
            <a:ext cx="1865376" cy="310896"/>
          </a:xfrm>
          <a:prstGeom prst="roundRect">
            <a:avLst>
              <a:gd name="adj" fmla="val 17647"/>
            </a:avLst>
          </a:prstGeom>
          <a:solidFill>
            <a:srgbClr val="31584D"/>
          </a:solidFill>
          <a:ln w="12700">
            <a:solidFill>
              <a:srgbClr val="315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6512" y="2834640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3383280"/>
            <a:ext cx="5715000" cy="1325880"/>
          </a:xfrm>
          <a:prstGeom prst="roundRect">
            <a:avLst>
              <a:gd name="adj" fmla="val 4138"/>
            </a:avLst>
          </a:prstGeom>
          <a:solidFill>
            <a:srgbClr val="2B5347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547872"/>
            <a:ext cx="5385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a fő állítás?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886200"/>
            <a:ext cx="538581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projekt azért érdekes, mert brutálisan használtuk a Codexet és más AI-eszközöket, és ezzel együtt is nekünk kellett végig dönteni, iterálni és ellenőrizni.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18120" y="841248"/>
            <a:ext cx="36118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82712" y="1005840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Miről lesz szó?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82712" y="1344168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Ötlet -&gt; tervezés -&gt; adatok -&gt; frontend -&gt; vizualizáció -&gt; tanulságok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18120" y="2231136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982712" y="2395728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Miért jó ez előadásnak?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82712" y="2734056"/>
            <a:ext cx="3282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Mert a készítés folyamata önmagában is vizuális és technikai sztori.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18120" y="3657600"/>
            <a:ext cx="3611880" cy="1499616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982712" y="3822192"/>
            <a:ext cx="3282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Csapat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82712" y="4160520"/>
            <a:ext cx="32826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Szakács Róbert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Tóth Attila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1/9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2011680" cy="73152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KIINDULÓPONT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Nulla kódismeret, de nem nulla ambíció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fő döntés az volt, hogy nem egy statikus beadandót akarunk, hanem egy ténylegesen működő, vizuálisan erős weboldalt.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423160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8775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Ötlet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191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Adatvizualizációs tantárgyhoz valami olyat akartunk, ami nem csak informál, hanem látványos és bejárható 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423160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07992" y="258775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Korlát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7992" y="2926080"/>
            <a:ext cx="3191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volt mögöttünk nagy fejlesztői rutin, ezért szükség volt egy workflow-ra, ami segít gyorsan tanulni és iterálni.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28432" y="2423160"/>
            <a:ext cx="3520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93024" y="258775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Megoldás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93024" y="2926080"/>
            <a:ext cx="31912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AI-t nem egyszeri trükknek kezeltük, hanem napi munkatársnak: ötleteltünk vele, kódot írtunk vele, és visszajelzést kértünk tőle.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8368" y="4434840"/>
            <a:ext cx="10881360" cy="969264"/>
          </a:xfrm>
          <a:prstGeom prst="roundRect">
            <a:avLst>
              <a:gd name="adj" fmla="val 5660"/>
            </a:avLst>
          </a:prstGeom>
          <a:solidFill>
            <a:srgbClr val="EDF4F0"/>
          </a:solidFill>
          <a:ln w="12700">
            <a:solidFill>
              <a:srgbClr val="D6E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70916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kódismeret -&gt; használható AI workflow -&gt; működő weboldal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2/9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2011680" cy="73152"/>
          </a:xfrm>
          <a:prstGeom prst="rect">
            <a:avLst/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MINT FEJLESZTŐTÁRS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Codex végig ott volt a folyamatban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csak egyszer segített, hanem a projekt szinte minden fontos fázisában szerepet kapott.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37744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5420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Ötletelés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3225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Milyen szerkezet működjön? Milyen stílus? Milyen részekből álljon az oldal?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237744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6744" y="25420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Kódgenerálás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66744" y="2880360"/>
            <a:ext cx="23225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Komponensek, layoutok, dashboard UI, stílusok, adatszerkezetek.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45936" y="237744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542032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880360"/>
            <a:ext cx="23225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Hibák, széteső elrendezések, nem működő logika, rossz fájlszerkezet.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89720" y="23774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54312" y="2542032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Tanulás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54312" y="2880360"/>
            <a:ext cx="200253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Közben értettük meg, hogyan működik a React, a moduláris felépítés és a vizuális hierarchia.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61772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BFCFA"/>
          </a:solidFill>
          <a:ln w="19050">
            <a:solidFill>
              <a:srgbClr val="6F87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7640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MANUÁLIS SCREENSHOT HELYE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5148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chat / prompt példa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51937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jó lehet egy olyan screenshot, amin látszik, hogy ténylegesen hogyan kértetek segítséget: prompt, kódrészlet, javítási kérés vagy iteráció.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4846320" y="4617720"/>
            <a:ext cx="6675120" cy="960120"/>
          </a:xfrm>
          <a:prstGeom prst="roundRect">
            <a:avLst>
              <a:gd name="adj" fmla="val 5714"/>
            </a:avLst>
          </a:prstGeom>
          <a:solidFill>
            <a:srgbClr val="F2E7DA"/>
          </a:solidFill>
          <a:ln w="12700">
            <a:solidFill>
              <a:srgbClr val="E1D7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48646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fontos pont: az AI gyorsított, de a projekt attól lett jó, hogy minden választás után visszanéztük, javítottuk és újrapromptoltuk.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3/9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2011680" cy="73152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TERVEZÉSI FOLYAMAT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weboldal nem egyszerre állt össze, hanem blokkonként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Először a történeti ívet terveztük meg, és csak utána raktuk rá a konkrét adatokat, a vizuális elemeket és az interaktivitást.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441448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23408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43200" y="234086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legyen a téma és mi legyen az oldal alaphangulata?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731520" y="2999232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108960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300837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Szekciók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43200" y="300837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intro, chartok, dashboard, források, lezárás.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31520" y="3666744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776472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80160" y="36758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Tartalom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0" y="367588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Melyik rész milyen kérdésre válaszoljon?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731520" y="4334256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443984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743200" y="43434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Kártyák, tipográfia, spacing, navigáció, responsive viselkedés.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731520" y="5001768"/>
            <a:ext cx="384048" cy="384048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111496"/>
            <a:ext cx="228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50109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Finomhangolás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743200" y="50109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Olvashatóság, ritmus, tördelés, vizuális egyensúly.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565392" y="2267712"/>
            <a:ext cx="4892040" cy="3291840"/>
          </a:xfrm>
          <a:prstGeom prst="roundRect">
            <a:avLst>
              <a:gd name="adj" fmla="val 1667"/>
            </a:avLst>
          </a:prstGeom>
          <a:solidFill>
            <a:srgbClr val="FBFCFA"/>
          </a:solidFill>
          <a:ln w="19050">
            <a:solidFill>
              <a:srgbClr val="6F87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241401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MANUÁLIS SCREENSHOT HELYE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93992" y="279806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weboldal fő nézete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39712" y="3255264"/>
            <a:ext cx="43434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jöhet a site egy olyan screenshotja, amin látszik a hero rész, a színvilág, és hogy ez tényleg egy megtervezett felület, nem csak egymás alá rakott chartok.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4/9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2011680" cy="73152"/>
          </a:xfrm>
          <a:prstGeom prst="rect">
            <a:avLst/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nyers adatból használható vizualizációs alap lett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weboldal mögött külön adatállományok vannak, nem kézzel beírt számok.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267712"/>
            <a:ext cx="3456432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32304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Források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és World Bank. Több indikátor, több év, EU-s összehasonlíthatóság, fókuszban Románia és Magyarország.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2267712"/>
            <a:ext cx="3456432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35424" y="2432304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Tisztítás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35424" y="2770632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Évek egységesítése, országlisták összehangolása, hiányzó adatok kezelése, egyszerűbb formátumok.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83296" y="2267712"/>
            <a:ext cx="3456432" cy="1792224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2432304"/>
            <a:ext cx="3127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Kimenet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47888" y="2770632"/>
            <a:ext cx="31272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Lokális CSV-k és adatfájlok, amelyekre a chartok és a dashboard közvetlenül épülnek.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4462272"/>
            <a:ext cx="4663440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817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5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data/municipal_waste_per_capita.csv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F5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data/waste_treatment_comparison.csv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F5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data/renewable_energy_share.csv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F5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data/ghg_per_capita.csv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F5D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data/energy_recovery_over_time.csv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760720" y="4462272"/>
            <a:ext cx="187452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25312" y="4626864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hulladék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25312" y="4965192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 kg/fő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845552" y="4462272"/>
            <a:ext cx="17830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10144" y="4626864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 2023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10144" y="496519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75,7%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12,5%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838944" y="4462272"/>
            <a:ext cx="178308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03536" y="4626864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 2023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003536" y="496519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 54,3%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33,3%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5/9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2011680" cy="73152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MEGVALÓSÍTÁS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technikai oldal modulárisabb lett, ahogy a projekt nőtt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végeredmény már külön szekciókból, komponensekből és feature-ökből álló site lett.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12140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EF2EB"/>
          </a:solidFill>
          <a:ln w="12700">
            <a:solidFill>
              <a:srgbClr val="EEF2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73352" y="212140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EF2EB"/>
          </a:solidFill>
          <a:ln w="12700">
            <a:solidFill>
              <a:srgbClr val="EEF2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2224" y="21945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212140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EF2EB"/>
          </a:solidFill>
          <a:ln w="12700">
            <a:solidFill>
              <a:srgbClr val="EEF2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21945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22192" y="2121408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EEF2EB"/>
          </a:solidFill>
          <a:ln w="12700">
            <a:solidFill>
              <a:srgbClr val="EEF2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41064" y="219456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+ CSS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" y="2560320"/>
            <a:ext cx="5303520" cy="292608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16352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App.jsx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sections/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HeroSection.jsx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IntroSections.jsx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DashboardSection.jsx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components/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FloatingNav.jsx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ChartSection.jsx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F2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modules/features/dashboard.js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63640" y="2596896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8232" y="276148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mit adott?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28232" y="309981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Szerkezet, komponensek, UI-javaslatok, hibajavítás, refaktor.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759952" y="2596896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24544" y="2761488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maradt nálunk?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924544" y="3099816"/>
            <a:ext cx="19568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Döntés, válogatás, végső forma, és hogy mi maradjon bent az oldalban.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4069080"/>
            <a:ext cx="4919472" cy="1444752"/>
          </a:xfrm>
          <a:prstGeom prst="roundRect">
            <a:avLst>
              <a:gd name="adj" fmla="val 3797"/>
            </a:avLst>
          </a:prstGeom>
          <a:solidFill>
            <a:srgbClr val="FBFCFA"/>
          </a:solidFill>
          <a:ln w="19050">
            <a:solidFill>
              <a:srgbClr val="6F87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4215384"/>
            <a:ext cx="4553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MANUÁLIS SCREENSHOT HELYE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64808" y="4599432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Kódrészlet vagy fájlszerkezet screenshot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10528" y="5056632"/>
            <a:ext cx="4370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ideális egy screenshot a src mappáról, a DashboardSection komponensről, vagy egy olyan részletről, amin tényleg látszik, hogy weboldalt építettetek.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6/9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2011680" cy="73152"/>
          </a:xfrm>
          <a:prstGeom prst="rect">
            <a:avLst/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VIZUALIZÁCIÓ ÉS INTERAKTIVITÁS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site egyik legerősebb része az összehasonlíthatóság lett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csak statikus grafikonok készültek, hanem olyan felület is, ahol a felhasználó maga választhat nézeteket.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267712"/>
            <a:ext cx="2423160" cy="281635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" y="2432304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Románia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770632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Alacsonyabb waste/fő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Nagyon magas landfill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Alacsony recovery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Erősebb renewable arány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267712"/>
            <a:ext cx="2423160" cy="2816352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2432304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Magyarország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10712" y="2770632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Magasabb waste/fő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Alacsonyabb landfill mint RO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Nagyobb recovery szint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Gyengébb renewable arány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89320" y="230428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Gyors, valódi adatból rajzolt összevetés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89320" y="26974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waste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59752" y="2697480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59752" y="2697480"/>
            <a:ext cx="540353" cy="137160"/>
          </a:xfrm>
          <a:prstGeom prst="roundRect">
            <a:avLst>
              <a:gd name="adj" fmla="val 20000"/>
            </a:avLst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670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89320" y="29992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waste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59752" y="2999232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9752" y="2999232"/>
            <a:ext cx="760038" cy="137160"/>
          </a:xfrm>
          <a:prstGeom prst="roundRect">
            <a:avLst>
              <a:gd name="adj" fmla="val 20000"/>
            </a:avLst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0" y="2971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33832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landfill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59752" y="3383280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9752" y="3383280"/>
            <a:ext cx="1072911" cy="137160"/>
          </a:xfrm>
          <a:prstGeom prst="roundRect">
            <a:avLst>
              <a:gd name="adj" fmla="val 20000"/>
            </a:avLst>
          </a:prstGeom>
          <a:solidFill>
            <a:srgbClr val="6F877F"/>
          </a:solidFill>
          <a:ln w="12700">
            <a:solidFill>
              <a:srgbClr val="6F877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0" y="33558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75,7%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89320" y="36850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landfill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59752" y="3685032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9752" y="3685032"/>
            <a:ext cx="769605" cy="137160"/>
          </a:xfrm>
          <a:prstGeom prst="roundRect">
            <a:avLst>
              <a:gd name="adj" fmla="val 20000"/>
            </a:avLst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0" y="36576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54,3%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89320" y="40690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recovery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59752" y="4069080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59752" y="4069080"/>
            <a:ext cx="73152" cy="137160"/>
          </a:xfrm>
          <a:prstGeom prst="roundRect">
            <a:avLst>
              <a:gd name="adj" fmla="val 37500"/>
            </a:avLst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0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989320" y="43708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recovery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59752" y="4370832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59752" y="4370832"/>
            <a:ext cx="187795" cy="137160"/>
          </a:xfrm>
          <a:prstGeom prst="roundRect">
            <a:avLst>
              <a:gd name="adj" fmla="val 20000"/>
            </a:avLst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43434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03920" y="26974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renewable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674352" y="2697480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74352" y="2697480"/>
            <a:ext cx="653977" cy="137160"/>
          </a:xfrm>
          <a:prstGeom prst="roundRect">
            <a:avLst>
              <a:gd name="adj" fmla="val 20000"/>
            </a:avLst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01400" y="2670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25,4%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03920" y="29992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renewable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674352" y="2999232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74352" y="2999232"/>
            <a:ext cx="470653" cy="137160"/>
          </a:xfrm>
          <a:prstGeom prst="roundRect">
            <a:avLst>
              <a:gd name="adj" fmla="val 20000"/>
            </a:avLst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201400" y="2971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18,3%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03920" y="338328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 GHG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674352" y="3383280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74352" y="3383280"/>
            <a:ext cx="625983" cy="137160"/>
          </a:xfrm>
          <a:prstGeom prst="roundRect">
            <a:avLst>
              <a:gd name="adj" fmla="val 20000"/>
            </a:avLst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01400" y="33558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503920" y="368503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 GHG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674352" y="3685032"/>
            <a:ext cx="1417320" cy="137160"/>
          </a:xfrm>
          <a:prstGeom prst="roundRect">
            <a:avLst>
              <a:gd name="adj" fmla="val 20000"/>
            </a:avLst>
          </a:prstGeom>
          <a:solidFill>
            <a:srgbClr val="E8EEEA"/>
          </a:solidFill>
          <a:ln w="12700">
            <a:solidFill>
              <a:srgbClr val="E8EEE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74352" y="3685032"/>
            <a:ext cx="744093" cy="137160"/>
          </a:xfrm>
          <a:prstGeom prst="roundRect">
            <a:avLst>
              <a:gd name="adj" fmla="val 20000"/>
            </a:avLst>
          </a:prstGeom>
          <a:solidFill>
            <a:srgbClr val="A06F42"/>
          </a:solidFill>
          <a:ln w="12700">
            <a:solidFill>
              <a:srgbClr val="A06F42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01400" y="36576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925312" y="4645152"/>
            <a:ext cx="5285232" cy="987552"/>
          </a:xfrm>
          <a:prstGeom prst="roundRect">
            <a:avLst>
              <a:gd name="adj" fmla="val 5556"/>
            </a:avLst>
          </a:prstGeom>
          <a:solidFill>
            <a:srgbClr val="FBFCFA"/>
          </a:solidFill>
          <a:ln w="19050">
            <a:solidFill>
              <a:srgbClr val="6F877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4791456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MANUÁLIS SCREENSHOT HELYE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153912" y="5175504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screenshot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199632" y="5248656"/>
            <a:ext cx="4736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jöhet a dashboard egy olyan nézetben, ahol látszik a szűrőpanel, a chart és a tábla. Ez a site egyik legjobb bizonyítéka arra, hogy a projekt nem csak statikus design.</a:t>
            </a:r>
            <a:endParaRPr lang="en-US" sz="1120" dirty="0"/>
          </a:p>
        </p:txBody>
      </p:sp>
      <p:sp>
        <p:nvSpPr>
          <p:cNvPr id="57" name="Text 55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7/9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10896"/>
            <a:ext cx="2011680" cy="73152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KIHÍVÁSOK ÉS TANULSÁGOK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 AI nem váltotta ki a munkát, csak sokkal gyorsabbá tette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attól lett működőképes, hogy végig iteráltunk, javítottunk és visszaellenőriztünk.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30428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46888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Adatkompatibilitás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807208"/>
            <a:ext cx="2322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minden mutató ugyanabban az évben és ugyanazzal az országlistával volt elérhető.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02152" y="230428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66744" y="246888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Vizuális egyensúly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66744" y="2807208"/>
            <a:ext cx="2322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Könnyű túlzsúfolni egy adatvizualizációs oldalt, ezért kellett szelekció és ritmus.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45936" y="2304288"/>
            <a:ext cx="2651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468880"/>
            <a:ext cx="2322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output minőség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807208"/>
            <a:ext cx="23225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generált kód ritkán volt kész elsőre, sokszor kellett finomítani és visszakérdezni.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89720" y="2304288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54312" y="246888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Fókusz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54312" y="2807208"/>
            <a:ext cx="20025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Végig tartani kellett, hogy ez adatvizualizációs projekt maradjon, ne csak technikai játék.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4096512"/>
            <a:ext cx="1088136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3434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Legfontosabb tanulság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182112" y="4343400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F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 kódismerettel is lehet működő digitális projektet építeni, ha az AI-t jól használjuk, de a minőséghez továbbra is emberi döntés és ellenőrzés kell.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8/9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4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120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DE1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VÉGEREDMÉNY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Nem csak egy weboldal készült el,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8FA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hanem egy használható munkamódszer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azt bizonyítja, hogy AI-val támogatva nagyon gyorsan lehet összetett digitális munkát építeni, még tanulási fázisból indulva 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31584D"/>
          </a:solidFill>
          <a:ln w="12700">
            <a:solidFill>
              <a:srgbClr val="3158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1635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Működő site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27432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31584D"/>
          </a:solidFill>
          <a:ln w="12700">
            <a:solidFill>
              <a:srgbClr val="3158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281635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adatok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07792" y="27432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31584D"/>
          </a:solidFill>
          <a:ln w="12700">
            <a:solidFill>
              <a:srgbClr val="3158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2816352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Interaktív dashboard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743200"/>
            <a:ext cx="1097280" cy="310896"/>
          </a:xfrm>
          <a:prstGeom prst="roundRect">
            <a:avLst>
              <a:gd name="adj" fmla="val 17647"/>
            </a:avLst>
          </a:prstGeom>
          <a:solidFill>
            <a:srgbClr val="31584D"/>
          </a:solidFill>
          <a:ln w="12700">
            <a:solidFill>
              <a:srgbClr val="3158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816352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3429000"/>
            <a:ext cx="55778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D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593592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viszünk ebből tovább?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5248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Azt, hogy a jövőbeli projektekhez már van egy működő mintánk arra, hogyan lehet ötletből rövid idő alatt vizuális és technikai eredményt csinálni.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84848" y="914400"/>
            <a:ext cx="4617720" cy="4069080"/>
          </a:xfrm>
          <a:prstGeom prst="roundRect">
            <a:avLst>
              <a:gd name="adj" fmla="val 1348"/>
            </a:avLst>
          </a:prstGeom>
          <a:solidFill>
            <a:srgbClr val="FBFCFA"/>
          </a:solidFill>
          <a:ln w="19050">
            <a:solidFill>
              <a:srgbClr val="6F87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1060704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D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MANUÁLIS SCREENSHOT HELYE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13448" y="14447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Csapatkép vagy kész site highlight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9168" y="1901952"/>
            <a:ext cx="4069080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a végére jó lehet egy közös fotó, vagy egy nagyon erős screenshot a kész weboldalról. Ez a lezáró vizuál, szóval itt tényleg a legjobb képet használjátok.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13232" y="59070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1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Szakács Róbert • Tóth Attila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Adatvizualizáció | AI-val támogatott build folyamat | 9/9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AI-val támogatott weboldal-készítési folyamat</dc:title>
  <dc:subject>Adatvizualizáció projektprezentáció</dc:subject>
  <dc:creator>OpenAI Codex</dc:creator>
  <cp:lastModifiedBy>OpenAI Codex</cp:lastModifiedBy>
  <cp:revision>1</cp:revision>
  <dcterms:created xsi:type="dcterms:W3CDTF">2026-04-21T18:37:20Z</dcterms:created>
  <dcterms:modified xsi:type="dcterms:W3CDTF">2026-04-21T18:37:20Z</dcterms:modified>
</cp:coreProperties>
</file>